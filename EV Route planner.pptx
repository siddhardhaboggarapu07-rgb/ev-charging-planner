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HACKATHON 2026  •  SMART MOBILITY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078992"/>
            <a:ext cx="64008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600" b="1">
                <a:solidFill>
                  <a:srgbClr val="F5F9FC"/>
                </a:solidFill>
                <a:latin typeface="Aptos"/>
              </a:rPr>
              <a:t>Electric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664208"/>
            <a:ext cx="64008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600" b="1">
                <a:solidFill>
                  <a:srgbClr val="42E697"/>
                </a:solidFill>
                <a:latin typeface="Aptos"/>
              </a:rPr>
              <a:t>Charging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87168"/>
            <a:ext cx="557784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0">
                <a:solidFill>
                  <a:srgbClr val="A7BCCD"/>
                </a:solidFill>
                <a:latin typeface="Aptos"/>
              </a:rPr>
              <a:t>An intelligent route and charging planner that recommends the best route and charging stations based on battery level, station availability, and travel distance.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126187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35DCE8"/>
                </a:solidFill>
                <a:latin typeface="Aptos"/>
              </a:rPr>
              <a:t>EV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7568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75688" y="3794760"/>
            <a:ext cx="126187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2E697"/>
                </a:solidFill>
                <a:latin typeface="Aptos"/>
              </a:rPr>
              <a:t>SMART 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93008" y="3794760"/>
            <a:ext cx="126187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A87FF"/>
                </a:solidFill>
                <a:latin typeface="Aptos"/>
              </a:rPr>
              <a:t>SUSTAINABLE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43400"/>
            <a:ext cx="5394960" cy="114300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343400"/>
            <a:ext cx="54864" cy="114300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489704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TEAM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828032"/>
            <a:ext cx="5029200" cy="5577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7BCCD"/>
                </a:solidFill>
                <a:latin typeface="Aptos"/>
              </a:rPr>
              <a:t>[Add team member names]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868680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A7BCCD"/>
                </a:solidFill>
                <a:latin typeface="Aptos"/>
              </a:rPr>
              <a:t>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170432"/>
            <a:ext cx="310896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9FC"/>
                </a:solidFill>
                <a:latin typeface="Aptos"/>
              </a:rPr>
              <a:t>Electric Vehicles
Smart Transportation
Sustainable Mobility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487168"/>
            <a:ext cx="4892040" cy="26974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39712" y="4343400"/>
            <a:ext cx="4389120" cy="164592"/>
          </a:xfrm>
          <a:prstGeom prst="rect">
            <a:avLst/>
          </a:prstGeom>
          <a:solidFill>
            <a:srgbClr val="2A3C4A"/>
          </a:solidFill>
          <a:ln>
            <a:solidFill>
              <a:srgbClr val="2A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79" y="3401568"/>
            <a:ext cx="2880360" cy="73152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973568" y="3054096"/>
            <a:ext cx="960120" cy="475488"/>
          </a:xfrm>
          <a:prstGeom prst="roundRect">
            <a:avLst/>
          </a:prstGeom>
          <a:solidFill>
            <a:srgbClr val="325C75"/>
          </a:solidFill>
          <a:ln>
            <a:solidFill>
              <a:srgbClr val="32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006840" y="3054096"/>
            <a:ext cx="960120" cy="475488"/>
          </a:xfrm>
          <a:prstGeom prst="roundRect">
            <a:avLst/>
          </a:prstGeom>
          <a:solidFill>
            <a:srgbClr val="325C75"/>
          </a:solidFill>
          <a:ln>
            <a:solidFill>
              <a:srgbClr val="32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26679" y="3968496"/>
            <a:ext cx="438912" cy="438912"/>
          </a:xfrm>
          <a:prstGeom prst="ellipse">
            <a:avLst/>
          </a:prstGeom>
          <a:solidFill>
            <a:srgbClr val="07101E"/>
          </a:solidFill>
          <a:ln>
            <a:solidFill>
              <a:srgbClr val="07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6679" y="3977639"/>
            <a:ext cx="438912" cy="4206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46920" y="3968496"/>
            <a:ext cx="438912" cy="438912"/>
          </a:xfrm>
          <a:prstGeom prst="ellipse">
            <a:avLst/>
          </a:prstGeom>
          <a:solidFill>
            <a:srgbClr val="07101E"/>
          </a:solidFill>
          <a:ln>
            <a:solidFill>
              <a:srgbClr val="07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46920" y="3977639"/>
            <a:ext cx="438912" cy="4206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469880" y="2743200"/>
            <a:ext cx="502920" cy="146304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570464" y="2944368"/>
            <a:ext cx="301752" cy="438912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 flipH="1">
            <a:off x="10012680" y="4206240"/>
            <a:ext cx="704088" cy="0"/>
          </a:xfrm>
          <a:prstGeom prst="line">
            <a:avLst/>
          </a:prstGeom>
          <a:ln w="254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012680" y="3767328"/>
            <a:ext cx="0" cy="438912"/>
          </a:xfrm>
          <a:prstGeom prst="line">
            <a:avLst/>
          </a:prstGeom>
          <a:ln w="254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61320" y="2971800"/>
            <a:ext cx="32004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07101E"/>
                </a:solidFill>
                <a:latin typeface="Aptos"/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681728"/>
            <a:ext cx="640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727448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02  /  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EV travel is not just a shortest-path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The route must remain feasible as battery range, station availability, and charging decisions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737360"/>
            <a:ext cx="3749039" cy="36118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1737360"/>
            <a:ext cx="54864" cy="361188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1883664"/>
            <a:ext cx="3383279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WHY ROUTING IS 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221991"/>
            <a:ext cx="3383279" cy="30266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7BCCD"/>
                </a:solidFill>
                <a:latin typeface="Aptos"/>
              </a:rPr>
              <a:t>• Limited battery range
• Stations have different availability
• Nearest ≠ best charging stop
• Long trips require multiple decisions
• Route + charging must be solved together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1737360"/>
            <a:ext cx="4617720" cy="36118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4800600" y="4048963"/>
            <a:ext cx="1203350" cy="888796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00600" y="4048963"/>
            <a:ext cx="1203350" cy="888796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3001518"/>
            <a:ext cx="1247241" cy="25283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3001518"/>
            <a:ext cx="1247241" cy="25283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19241" y="3254349"/>
            <a:ext cx="1570025" cy="36118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19241" y="3254349"/>
            <a:ext cx="1570025" cy="36118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89266" y="2387498"/>
            <a:ext cx="1663294" cy="1228039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89266" y="2387498"/>
            <a:ext cx="1663294" cy="1228039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066026" y="1874519"/>
            <a:ext cx="323240" cy="1307593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066026" y="1874519"/>
            <a:ext cx="323240" cy="1307593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66026" y="3182112"/>
            <a:ext cx="554126" cy="207568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66026" y="3182112"/>
            <a:ext cx="554126" cy="207568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46320" y="4048963"/>
            <a:ext cx="1157630" cy="888796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727448" y="4818888"/>
            <a:ext cx="237744" cy="23774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27448" y="4828031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EV</a:t>
            </a:r>
          </a:p>
        </p:txBody>
      </p:sp>
      <p:sp>
        <p:nvSpPr>
          <p:cNvPr id="43" name="Oval 42"/>
          <p:cNvSpPr/>
          <p:nvPr/>
        </p:nvSpPr>
        <p:spPr>
          <a:xfrm>
            <a:off x="5885078" y="3930091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85078" y="3939235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6716268" y="2882646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16268" y="2891789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C</a:t>
            </a:r>
          </a:p>
        </p:txBody>
      </p:sp>
      <p:sp>
        <p:nvSpPr>
          <p:cNvPr id="47" name="Oval 46"/>
          <p:cNvSpPr/>
          <p:nvPr/>
        </p:nvSpPr>
        <p:spPr>
          <a:xfrm>
            <a:off x="8705088" y="2029968"/>
            <a:ext cx="237744" cy="23774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05088" y="2039112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DEST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0872" y="1883664"/>
            <a:ext cx="428853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LIVE ROUTE PREVIEW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4526280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2392" y="4572000"/>
            <a:ext cx="73152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2331720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FFC74D"/>
                </a:solidFill>
                <a:latin typeface="Aptos"/>
              </a:rPr>
              <a:t>STATION 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3401568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FFC74D"/>
                </a:solidFill>
                <a:latin typeface="Aptos"/>
              </a:rPr>
              <a:t>STATION 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1993392"/>
            <a:ext cx="10058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FF6868"/>
                </a:solidFill>
                <a:latin typeface="Aptos"/>
              </a:rPr>
              <a:t>DESTINATION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72600" y="1737360"/>
            <a:ext cx="2267712" cy="105156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372600" y="1737360"/>
            <a:ext cx="54864" cy="105156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73768" y="1883664"/>
            <a:ext cx="1901952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RANGE ANXIETY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3768" y="2221991"/>
            <a:ext cx="1901952" cy="4663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Confidence that the EV can complete the trip.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72600" y="2944368"/>
            <a:ext cx="2267712" cy="105156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372600" y="2944368"/>
            <a:ext cx="54864" cy="105156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73768" y="3090672"/>
            <a:ext cx="1901952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TIME + DISTANCE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8" y="3429000"/>
            <a:ext cx="1901952" cy="4663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Avoid unnecessary detours and inefficient stops.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72600" y="4151376"/>
            <a:ext cx="2267712" cy="1197864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372600" y="4151376"/>
            <a:ext cx="54864" cy="1197864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3768" y="4297680"/>
            <a:ext cx="1901952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BETTER DECISIONS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73768" y="4636008"/>
            <a:ext cx="1901952" cy="6126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Recommend charging stops using explicit factors.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5532120"/>
            <a:ext cx="1828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A7BCCD"/>
                </a:solidFill>
                <a:latin typeface="Aptos"/>
              </a:rPr>
              <a:t>KEY CONSTRAINTS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402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402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35DCE8"/>
                </a:solidFill>
                <a:latin typeface="Aptos"/>
              </a:rPr>
              <a:t>BATTERY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690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0690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A87FF"/>
                </a:solidFill>
                <a:latin typeface="Aptos"/>
              </a:rPr>
              <a:t>DISTANCE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978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8978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2E697"/>
                </a:solidFill>
                <a:latin typeface="Aptos"/>
              </a:rPr>
              <a:t>AVAILABILITY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26679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26679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C74D"/>
                </a:solidFill>
                <a:latin typeface="Aptos"/>
              </a:rPr>
              <a:t>ROUTE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554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5554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6868"/>
                </a:solidFill>
                <a:latin typeface="Aptos"/>
              </a:rPr>
              <a:t>STOPS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03  /  THE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Three algorithms. One explainable EV journey.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Combine shortest-path optimization, local charging decisions, and priority-based candidate selection.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91640"/>
            <a:ext cx="11064240" cy="658368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847088"/>
            <a:ext cx="105156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5DCE8"/>
                </a:solidFill>
                <a:latin typeface="Aptos"/>
              </a:rPr>
              <a:t>DIJKSTRA</a:t>
            </a:r>
            <a:r>
              <a:rPr sz="1800" b="1">
                <a:solidFill>
                  <a:srgbClr val="A7BCCD"/>
                </a:solidFill>
                <a:latin typeface="Aptos"/>
              </a:rPr>
              <a:t>  +  </a:t>
            </a:r>
            <a:r>
              <a:rPr sz="1800" b="1">
                <a:solidFill>
                  <a:srgbClr val="42E697"/>
                </a:solidFill>
                <a:latin typeface="Aptos"/>
              </a:rPr>
              <a:t>GREEDY</a:t>
            </a:r>
            <a:r>
              <a:rPr sz="1800" b="1">
                <a:solidFill>
                  <a:srgbClr val="A7BCCD"/>
                </a:solidFill>
                <a:latin typeface="Aptos"/>
              </a:rPr>
              <a:t>  +  </a:t>
            </a:r>
            <a:r>
              <a:rPr sz="1800" b="1">
                <a:solidFill>
                  <a:srgbClr val="FFC74D"/>
                </a:solidFill>
                <a:latin typeface="Aptos"/>
              </a:rPr>
              <a:t>PRIORITY QUEUE</a:t>
            </a:r>
            <a:r>
              <a:rPr sz="1800" b="1">
                <a:solidFill>
                  <a:srgbClr val="A7BCCD"/>
                </a:solidFill>
                <a:latin typeface="Aptos"/>
              </a:rPr>
              <a:t>  →  </a:t>
            </a:r>
            <a:r>
              <a:rPr sz="1800" b="1">
                <a:solidFill>
                  <a:srgbClr val="F5F9FC"/>
                </a:solidFill>
                <a:latin typeface="Aptos"/>
              </a:rPr>
              <a:t>FEASIBLE EV JOURNEY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70048"/>
            <a:ext cx="534924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07792"/>
            <a:ext cx="246888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A7BCCD"/>
                </a:solidFill>
                <a:latin typeface="Aptos"/>
              </a:rPr>
              <a:t>TRADITIONAL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10128"/>
            <a:ext cx="20116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F5F9FC"/>
                </a:solidFill>
                <a:latin typeface="Aptos"/>
              </a:rPr>
              <a:t>Distance only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88620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89534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" y="3858768"/>
            <a:ext cx="426110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Shortest road path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420624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4215383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78807"/>
            <a:ext cx="426110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Ignores battery state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52628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53542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0704" y="4498848"/>
            <a:ext cx="426110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May pick unavailable station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53328" y="2670048"/>
            <a:ext cx="557784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2907792"/>
            <a:ext cx="22860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42E697"/>
                </a:solidFill>
                <a:latin typeface="Aptos"/>
              </a:rPr>
              <a:t>OUR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10128"/>
            <a:ext cx="466344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>
                <a:solidFill>
                  <a:srgbClr val="F5F9FC"/>
                </a:solidFill>
                <a:latin typeface="Aptos"/>
              </a:rPr>
              <a:t>Distance + Battery + Availability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6327648" y="388620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389534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47104" y="3858768"/>
            <a:ext cx="462686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Dijkstra finds least-cost feasible route</a:t>
            </a:r>
          </a:p>
        </p:txBody>
      </p:sp>
      <p:sp>
        <p:nvSpPr>
          <p:cNvPr id="37" name="Oval 36"/>
          <p:cNvSpPr/>
          <p:nvPr/>
        </p:nvSpPr>
        <p:spPr>
          <a:xfrm>
            <a:off x="6327648" y="420624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4215383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7104" y="4178807"/>
            <a:ext cx="462686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Greedy selects a suitable charging stop</a:t>
            </a:r>
          </a:p>
        </p:txBody>
      </p:sp>
      <p:sp>
        <p:nvSpPr>
          <p:cNvPr id="40" name="Oval 39"/>
          <p:cNvSpPr/>
          <p:nvPr/>
        </p:nvSpPr>
        <p:spPr>
          <a:xfrm>
            <a:off x="6327648" y="452628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453542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7104" y="4498848"/>
            <a:ext cx="462686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Priority Queue processes best candidate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" y="5504688"/>
            <a:ext cx="384048" cy="384048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Battery-aware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Feasible by current range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7560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502152" y="5504688"/>
            <a:ext cx="384048" cy="384048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02152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5072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Station-aware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05072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Availability is a decision factor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08192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72783" y="5504688"/>
            <a:ext cx="384048" cy="384048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72783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75704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Explainable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75704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Shows why a choice was made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78824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043415" y="5504688"/>
            <a:ext cx="384048" cy="384048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43415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6336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Visual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6336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Route + stops on a map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04  / 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From user input to an explainable journey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The prototype turns trip constraints into a graph search + charging decision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2221992"/>
            <a:ext cx="457200" cy="457200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USER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Location • Destination • Battery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2024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34086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46888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26080" y="2221992"/>
            <a:ext cx="457200" cy="457200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775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Road graph • Stations • Availability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8620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430682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3484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92040" y="2221992"/>
            <a:ext cx="457200" cy="457200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DIJKSTRA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Least-cost feasible route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59" y="3017520"/>
            <a:ext cx="484633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272783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58000" y="2221992"/>
            <a:ext cx="457200" cy="457200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GREEDY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Best locally feasible station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81812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23874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6676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823960" y="2221992"/>
            <a:ext cx="457200" cy="457200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2396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Lowest-cost / highest-priority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8408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1020470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33272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789920" y="2221992"/>
            <a:ext cx="457200" cy="457200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8992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5159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OUTPUT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5159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Route • Stops • Battery • Distance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4434840"/>
            <a:ext cx="11018520" cy="132588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2960" y="4645152"/>
            <a:ext cx="13716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USER JOURNEY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Enter trip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source + battery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Load graph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900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roads + stations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Search route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non-negative costs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19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Evaluate stops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19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distance + availability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Prioritize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best candidate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Display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6404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map + explanation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05  /  TECHNOLOGY &amp;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Implementation stack + algorithmic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 lightweight Python/Flask backend feeds a React interface with explainable routing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37360"/>
            <a:ext cx="2926080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1828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5DCE8"/>
                </a:solidFill>
                <a:latin typeface="Aptos"/>
              </a:rPr>
              <a:t>TECH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2487168"/>
            <a:ext cx="329184" cy="32918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496312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478024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REACT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715768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Interactive map + dashboard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099816"/>
            <a:ext cx="329184" cy="329184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108960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090672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FLASK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328416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API + orchestration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3712464"/>
            <a:ext cx="329184" cy="32918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721608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703320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941064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Algorithms + data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4325112"/>
            <a:ext cx="329184" cy="329184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334256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315968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553712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Road + station model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937760"/>
            <a:ext cx="329184" cy="32918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946904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928616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166360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Candidate prioritization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486400"/>
            <a:ext cx="23317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Map: Leaflet / OpenStreetMap (optional)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67328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50208" y="1938528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2331720"/>
            <a:ext cx="196596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DIJKSTRA’S ALGORITHM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0208" y="2971800"/>
            <a:ext cx="19659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35DCE8"/>
                </a:solidFill>
                <a:latin typeface="Aptos"/>
              </a:rPr>
              <a:t>Route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50208" y="3456432"/>
            <a:ext cx="1958165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A7BCCD"/>
                </a:solidFill>
                <a:latin typeface="Aptos"/>
              </a:rPr>
              <a:t>Least-cost path with non-negative </a:t>
            </a:r>
            <a:endParaRPr lang="en-US" sz="1000" b="0" dirty="0">
              <a:solidFill>
                <a:srgbClr val="A7BCC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A7BCCD"/>
                </a:solidFill>
                <a:latin typeface="Aptos"/>
              </a:rPr>
              <a:t>edge weights.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50208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23360" y="5029200"/>
            <a:ext cx="1810512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O((V + E) log V)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91656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74536" y="1938528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2E697"/>
                </a:solidFill>
                <a:latin typeface="Apto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4536" y="2331720"/>
            <a:ext cx="196596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GREEDY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2971800"/>
            <a:ext cx="19659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42E697"/>
                </a:solidFill>
                <a:latin typeface="Aptos"/>
              </a:rPr>
              <a:t>Charging selection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74536" y="3456432"/>
            <a:ext cx="1687257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A7BCCD"/>
                </a:solidFill>
                <a:latin typeface="Aptos"/>
              </a:rPr>
              <a:t>Ranks feasible stations using </a:t>
            </a:r>
            <a:endParaRPr lang="en-US" sz="1000" b="0" dirty="0">
              <a:solidFill>
                <a:srgbClr val="A7BCC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A7BCCD"/>
                </a:solidFill>
                <a:latin typeface="Aptos"/>
              </a:rPr>
              <a:t>explicit score factors.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74536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47688" y="5029200"/>
            <a:ext cx="1810512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≈ O(S log S)*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15984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98863" y="1938528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FC74D"/>
                </a:solidFill>
                <a:latin typeface="Apto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8863" y="2331720"/>
            <a:ext cx="196596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PRIORITY QUEUE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8863" y="2971800"/>
            <a:ext cx="19659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FC74D"/>
                </a:solidFill>
                <a:latin typeface="Aptos"/>
              </a:rPr>
              <a:t>Candidate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8863" y="3456432"/>
            <a:ext cx="2086405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A7BCCD"/>
                </a:solidFill>
                <a:latin typeface="Aptos"/>
              </a:rPr>
              <a:t>Efficiently selects the next</a:t>
            </a:r>
            <a:endParaRPr lang="en-US" sz="1000" b="0" dirty="0">
              <a:solidFill>
                <a:srgbClr val="A7BCC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A7BCCD"/>
                </a:solidFill>
                <a:latin typeface="Aptos"/>
              </a:rPr>
              <a:t> lowest-cost / highest-priority option.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98863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72015" y="5029200"/>
            <a:ext cx="1810512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Heap-based selection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6108192"/>
            <a:ext cx="50292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0">
                <a:solidFill>
                  <a:srgbClr val="A7BCCD"/>
                </a:solidFill>
                <a:latin typeface="Aptos"/>
              </a:rPr>
              <a:t>* Complexity depends on candidate generation / scoring implementation.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06  /  DEMO &amp;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Sample journey: Hyderabad → Warangal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All values below are illustrative demo data, not measured real-world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91640"/>
            <a:ext cx="2788920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920240"/>
            <a:ext cx="14630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35DCE8"/>
                </a:solidFill>
                <a:latin typeface="Aptos"/>
              </a:rPr>
              <a:t>DEMO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395728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96896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5F9FC"/>
                </a:solidFill>
                <a:latin typeface="Aptos"/>
              </a:rPr>
              <a:t>Hyderabad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45536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DESTINATION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46704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5F9FC"/>
                </a:solidFill>
                <a:latin typeface="Aptos"/>
              </a:rPr>
              <a:t>Warangal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95344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INITIAL BATTERY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6511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45152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C74D"/>
                </a:solidFill>
                <a:latin typeface="Aptos"/>
              </a:rPr>
              <a:t>180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58384"/>
            <a:ext cx="1828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CANDIDATE STATIONS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4448" y="1691640"/>
            <a:ext cx="4663440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V="1">
            <a:off x="3858768" y="4588459"/>
            <a:ext cx="1217980" cy="121798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858768" y="4588459"/>
            <a:ext cx="1217980" cy="121798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30168" y="3275838"/>
            <a:ext cx="1260043" cy="316839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30168" y="3275838"/>
            <a:ext cx="1260043" cy="316839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90211" y="3592677"/>
            <a:ext cx="1585569" cy="45262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90211" y="3592677"/>
            <a:ext cx="1585569" cy="45262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75780" y="2506370"/>
            <a:ext cx="1680668" cy="1538935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75780" y="2506370"/>
            <a:ext cx="1680668" cy="1538935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149340" y="1828800"/>
            <a:ext cx="326440" cy="1673352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149340" y="1828800"/>
            <a:ext cx="326440" cy="1673352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49340" y="3502152"/>
            <a:ext cx="559612" cy="262432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49340" y="3502152"/>
            <a:ext cx="559612" cy="262432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04487" y="4588459"/>
            <a:ext cx="1172261" cy="1217981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785615" y="5687568"/>
            <a:ext cx="237744" cy="23774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85615" y="5696712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EV</a:t>
            </a:r>
          </a:p>
        </p:txBody>
      </p:sp>
      <p:sp>
        <p:nvSpPr>
          <p:cNvPr id="50" name="Oval 49"/>
          <p:cNvSpPr/>
          <p:nvPr/>
        </p:nvSpPr>
        <p:spPr>
          <a:xfrm>
            <a:off x="4957876" y="4469587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57876" y="4478731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A</a:t>
            </a:r>
          </a:p>
        </p:txBody>
      </p:sp>
      <p:sp>
        <p:nvSpPr>
          <p:cNvPr id="52" name="Oval 51"/>
          <p:cNvSpPr/>
          <p:nvPr/>
        </p:nvSpPr>
        <p:spPr>
          <a:xfrm>
            <a:off x="5797296" y="3156966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97296" y="3166110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7808975" y="1984248"/>
            <a:ext cx="237744" cy="23774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08975" y="1993392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DEST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1837944"/>
            <a:ext cx="4334255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LIVE ROUTE PREVIEW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22191" y="5468112"/>
            <a:ext cx="4187952" cy="512064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50208" y="5596128"/>
            <a:ext cx="38862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2E697"/>
                </a:solidFill>
                <a:latin typeface="Aptos"/>
              </a:rPr>
              <a:t>HYDERABAD  →  A  →  C  →  WARANGAL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58200" y="1691640"/>
            <a:ext cx="3182112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32520" y="1920240"/>
            <a:ext cx="2377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42E697"/>
                </a:solidFill>
                <a:latin typeface="Aptos"/>
              </a:rPr>
              <a:t>RECOMMENDED 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395728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Route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2395728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 → 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2926080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Total distance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85248" y="2926080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≈ 150 km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3456432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Charging stops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3456432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3986783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Station 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85248" y="3986783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Available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4517136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Station 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85248" y="4517136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Available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5047488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Decision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85248" y="5047488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Feasible + low cost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35DCE8"/>
                </a:solidFill>
                <a:latin typeface="Aptos"/>
              </a:rPr>
              <a:t>BETTER ROUTING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42E697"/>
                </a:solidFill>
                <a:latin typeface="Aptos"/>
              </a:rPr>
              <a:t>LOWER DETOURS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FFC74D"/>
                </a:solidFill>
                <a:latin typeface="Aptos"/>
              </a:rPr>
              <a:t>LESS RANGE ANXIETY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07  /  FUTURE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From prototype to city-scale EV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 modular architecture makes the planner ready for real-time data, dynamic routing, and network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19072"/>
            <a:ext cx="3657600" cy="3977639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201168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5DCE8"/>
                </a:solidFill>
                <a:latin typeface="Aptos"/>
              </a:rPr>
              <a:t>CURRENT 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2514600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252374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0704" y="2487168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Dijkstra route optimization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035808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044951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" y="3008376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Greedy charging selection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3557016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3566160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3529584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Priority-based candidate processing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078224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087368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0704" y="4050791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Explainable route + charging output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" y="4599432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4608576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0704" y="4572000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React + Flask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1783080"/>
            <a:ext cx="1828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42E697"/>
                </a:solidFill>
                <a:latin typeface="Aptos"/>
              </a:rPr>
              <a:t>FUTURE ROADMAP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3712" y="2267712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709160" y="2359152"/>
            <a:ext cx="749808" cy="32004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9160" y="2432304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395728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Real-time station availability + GPS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53712" y="2926080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709160" y="3017520"/>
            <a:ext cx="749808" cy="32004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9160" y="3090672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DYNAMIC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054096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Traffic + weather-aware rerouting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3584448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709160" y="3675887"/>
            <a:ext cx="749808" cy="320040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09160" y="3749039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PREDICT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712463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Charging time + battery consumption models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53712" y="4242816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709160" y="4334256"/>
            <a:ext cx="749808" cy="320040"/>
          </a:xfrm>
          <a:prstGeom prst="roundRect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09160" y="4407408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SCALE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370832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Cloud deployment + multi-user support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53712" y="4901183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709160" y="4992623"/>
            <a:ext cx="749808" cy="320040"/>
          </a:xfrm>
          <a:prstGeom prst="roundRect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09160" y="5065775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CONNECT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5029199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Charging-network integration + mobile app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53712" y="5650992"/>
            <a:ext cx="6812280" cy="713232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00600" y="5797296"/>
            <a:ext cx="63093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“Smart EV travel requires more than finding the shortest route.”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833872"/>
            <a:ext cx="356616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35DCE8"/>
                </a:solidFill>
                <a:latin typeface="Aptos"/>
              </a:rPr>
              <a:t>THANK YOU  •  Q&amp;A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738</Words>
  <Application>Microsoft Office PowerPoint</Application>
  <PresentationFormat>Widescreen</PresentationFormat>
  <Paragraphs>211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 Charging Planner — Hackathon</dc:title>
  <dc:subject>7-slide hackathon presentation</dc:subject>
  <dc:creator>Hackathon Team</dc:creator>
  <cp:keywords>EV, charging, Dijkstra, Greedy, Priority Queue, React, Flask, Python</cp:keywords>
  <dc:description>generated using python-pptx</dc:description>
  <cp:lastModifiedBy>Siddhardha Boggarapu</cp:lastModifiedBy>
  <cp:revision>2</cp:revision>
  <dcterms:created xsi:type="dcterms:W3CDTF">2013-01-27T09:14:16Z</dcterms:created>
  <dcterms:modified xsi:type="dcterms:W3CDTF">2026-10-03T06:11:42Z</dcterms:modified>
  <cp:category/>
</cp:coreProperties>
</file>